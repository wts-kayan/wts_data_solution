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58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285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Synthèse de l'analyse des captures Spark UI : allocation, pic JVM, et ce que l'on peut ou non en déduire.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driver apparaît séparément dans Spark UI et ne doit pas être compté comme exécuteur.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repris intégralement de la note d'analyse.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maximum individuel est fiable ; le pic global simultané ne l'est pas depuis ces captures.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clé : distinguer mémoire allouée (12,15 TiB) et mémoire réellement consommée simultanément (non mesurable ici).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937760" cy="4937760"/>
          </a:xfrm>
          <a:prstGeom prst="ellipse">
            <a:avLst/>
          </a:prstGeom>
          <a:solidFill>
            <a:srgbClr val="2A3A8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966960" y="4023360"/>
            <a:ext cx="2926080" cy="2926080"/>
          </a:xfrm>
          <a:prstGeom prst="ellipse">
            <a:avLst/>
          </a:prstGeom>
          <a:solidFill>
            <a:srgbClr val="2A3A8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SPARK UI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pic mémoire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l'application Spark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exécuteurs · 585 cœurs · 12,15 TiB alloués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754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allouées, pic JVM observé et limites d'interprétation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CALCUL CORRIGÉ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</a:t>
            </a:r>
            <a:r>
              <a:rPr lang="en-US" sz="32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allouées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1F4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Exécuteurs actifs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driver est compté à part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1F4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99432" y="19659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585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99432" y="285292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Cœurs totaux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318211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× 3 cœurs / exécuteur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10144" y="1691640"/>
            <a:ext cx="3410712" cy="2148840"/>
          </a:xfrm>
          <a:prstGeom prst="roundRect">
            <a:avLst>
              <a:gd name="adj" fmla="val 5106"/>
            </a:avLst>
          </a:prstGeom>
          <a:solidFill>
            <a:srgbClr val="F1F4FC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284464" y="196596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12,15 TiB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84464" y="285292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Spark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84464" y="3182112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× 63,8 GiB = 12 441 GiB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du calcul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561811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63,8 GiB de mémoire Spark et 3 cœurs par exécuteur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× 63,8 GiB = 12 441 GiB, soit 12 441 / 1024 = 12,15 TiB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Cohérent avec les ≈ 12,2 TiB et les 585 cores affichés dans Spark UI</a:t>
            </a:r>
            <a:endParaRPr lang="en-US" sz="145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8A59C14-E8DE-EAFA-755B-098B419C9E97}"/>
              </a:ext>
            </a:extLst>
          </p:cNvPr>
          <p:cNvSpPr/>
          <p:nvPr/>
        </p:nvSpPr>
        <p:spPr>
          <a:xfrm>
            <a:off x="6694714" y="4727884"/>
            <a:ext cx="5034643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 pic individuel de </a:t>
            </a:r>
            <a:r>
              <a:rPr lang="fr-FR" sz="135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111,27 </a:t>
            </a:r>
            <a:r>
              <a:rPr lang="fr-FR" sz="1350" b="1" noProof="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GiB</a:t>
            </a:r>
            <a:r>
              <a:rPr lang="fr-FR" sz="135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35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 peut pas être multiplié par 195 : les pics ne sont pas forcément simultanés.</a:t>
            </a:r>
          </a:p>
          <a:p>
            <a:pPr marL="0" indent="0">
              <a:buNone/>
            </a:pPr>
            <a:endParaRPr lang="fr-FR" sz="1350" noProof="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1400" noProof="0" dirty="0"/>
              <a:t>Il y a </a:t>
            </a:r>
            <a:r>
              <a:rPr lang="fr-FR" sz="1400" b="1" noProof="0" dirty="0"/>
              <a:t>plus de 20 exécuteurs présentant des pics de mémoire élevés, pouvant atteindre 111,27 </a:t>
            </a:r>
            <a:r>
              <a:rPr lang="fr-FR" sz="1400" b="1" noProof="0" dirty="0" err="1"/>
              <a:t>GiB</a:t>
            </a:r>
            <a:r>
              <a:rPr lang="fr-FR" sz="1400" noProof="0" dirty="0"/>
              <a:t>. Nous pouvons donc raisonnablement estimer que, parmi ces 20 exécuteurs, </a:t>
            </a:r>
            <a:r>
              <a:rPr lang="fr-FR" sz="1400" b="1" noProof="0" dirty="0"/>
              <a:t>au moins 3 ont pu atteindre simultanément un pic proche de 111,27 </a:t>
            </a:r>
            <a:r>
              <a:rPr lang="fr-FR" sz="1400" b="1" noProof="0" dirty="0" err="1"/>
              <a:t>GiB</a:t>
            </a:r>
            <a:r>
              <a:rPr lang="fr-FR" sz="1400" noProof="0" dirty="0"/>
              <a:t>.</a:t>
            </a:r>
            <a:endParaRPr lang="fr-FR" sz="1350" noProof="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fr-FR" sz="1350" noProof="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BF19A879-4288-6E97-5321-CA9E2CD573B5}"/>
              </a:ext>
            </a:extLst>
          </p:cNvPr>
          <p:cNvSpPr/>
          <p:nvPr/>
        </p:nvSpPr>
        <p:spPr>
          <a:xfrm>
            <a:off x="6518366" y="4206240"/>
            <a:ext cx="45197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SYNTHÈSE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Résumé des indicateurs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3621024"/>
        </p:xfrm>
        <a:graphic>
          <a:graphicData uri="http://schemas.openxmlformats.org/drawingml/2006/table">
            <a:tbl>
              <a:tblPr/>
              <a:tblGrid>
                <a:gridCol w="768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Exécuteurs actifs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Cœurs par exécuteur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cœurs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585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Spark par exécuteur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 GiB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Spark totale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12,15 TiB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JVM maximal d'un exécuteur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111,27 GiB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Execution Memory max visible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56 GiB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619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Storage Memory max visible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44 GiB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15E5F-9B0B-E137-FDA9-D17F57F3C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496909"/>
              </p:ext>
            </p:extLst>
          </p:nvPr>
        </p:nvGraphicFramePr>
        <p:xfrm>
          <a:off x="428768" y="886875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1219980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41090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Peak JVM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Nombre </a:t>
                      </a:r>
                      <a:r>
                        <a:rPr lang="en-US" dirty="0" err="1"/>
                        <a:t>d’exécuteurs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84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≥ 100 GiB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≈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1150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90 – 100 GiB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≈ 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991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80 – 90 GiB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≈ 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2955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 – 80 GiB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≈ 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803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60 – 70 GiB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≈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7283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&lt; 60 GiB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≈ 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111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195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938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960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MAXIMUM OBSERVÉ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 JVM Memory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111,27 GiB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JVM maximal observé sur un exécuteur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111,1 GiB OnHeap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+ 171,6 MiB OffHeap  ≈ 0,168 GiB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23560" y="180136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62356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8076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dispersion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0760" y="213055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pics vont d'environ 12,5 GiB sur les exécuteurs les plus légers à plus de 100 GiB sur les plus chargés.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23560" y="3017520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62356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29992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extrapoler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80760" y="334670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111,27 GiB par 195 n'a pas de sens : les pics ne sont pas simultanés.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23560" y="423367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623560" y="4233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421538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maxima visibles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4562856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Execution Memory ≈ 56 GiB · Peak Storage Memory ≈ 44 GiB.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577840"/>
            <a:ext cx="3108960" cy="3108960"/>
          </a:xfrm>
          <a:prstGeom prst="ellipse">
            <a:avLst/>
          </a:prstGeom>
          <a:solidFill>
            <a:srgbClr val="2A3A8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l'on peut annoncer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2A3A8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188720" y="23317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allouée à l'application : 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12,15 TiB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005072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exécuteurs actifs, 3 cœurs et 63,8 GiB chacun, soit 585 cœurs au total.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8912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d'interprétation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4005072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pic individuel de 111,27 GiB ne peut pas être multiplié par 195 : les pics ne sont pas simultanés.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0" y="3703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4005072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8E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métrique temporelle du cluster ou du monitoring est nécessaire pour obtenir le pic réellement consommé.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524</Words>
  <Application>Microsoft Office PowerPoint</Application>
  <PresentationFormat>Widescreen</PresentationFormat>
  <Paragraphs>94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du pic mémoire de l'application Spark</dc:title>
  <dc:subject>PptxGenJS Presentation</dc:subject>
  <dc:creator>STR / Credit Risk</dc:creator>
  <cp:lastModifiedBy>Mehdi TAJMOUATI</cp:lastModifiedBy>
  <cp:revision>3</cp:revision>
  <dcterms:created xsi:type="dcterms:W3CDTF">2026-08-24T20:47:45Z</dcterms:created>
  <dcterms:modified xsi:type="dcterms:W3CDTF">2026-08-24T21:41:57Z</dcterms:modified>
</cp:coreProperties>
</file>